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60" r:id="rId12"/>
    <p:sldId id="261" r:id="rId13"/>
    <p:sldId id="270" r:id="rId14"/>
    <p:sldId id="271" r:id="rId15"/>
    <p:sldId id="272" r:id="rId16"/>
    <p:sldId id="262" r:id="rId17"/>
    <p:sldId id="273" r:id="rId18"/>
    <p:sldId id="274" r:id="rId19"/>
    <p:sldId id="26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45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127AE-CD9E-4A3F-A030-A35417A552B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2686-164A-4B1E-BEAA-2F61E6529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1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2926080" cy="164592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822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91840" y="1280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 Manager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9184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CLI Python Application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2788920"/>
            <a:ext cx="530352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(Intern)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3657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Lucknow,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 To-Do List Manager that stores, retrieves, and modifies tasks in a Python list and persists data using JSON. Core skills: lists, dictionaries, file I/O, JSON serialization, CLI I/O, and state management.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26517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Python Developer (Intern)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011680"/>
            <a:ext cx="26517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DecodeLabs, Greater Lucknow, India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11680"/>
            <a:ext cx="26517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✔ — Logic Phase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Exercised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60320" y="3657600"/>
            <a:ext cx="502920" cy="50292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70332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05740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251960" y="3657600"/>
            <a:ext cx="502920" cy="50292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70332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4904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943600" y="3657600"/>
            <a:ext cx="502920" cy="50292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7033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635240" y="3657600"/>
            <a:ext cx="502920" cy="50292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70332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3232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must support: adding tasks, listing with status, marking complete, deleting by ID, and persisting data across runs using JSON with graceful error handling.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548640" cy="54864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5623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36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Task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88366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task description and append a task dictionary to the list.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828800"/>
            <a:ext cx="548640" cy="54864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5623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536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Tasks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188366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numbered list using enumerate(), show status icons for done/undone.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0215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182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&amp; Delete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3000" y="352958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completion and remove tasks by ID — update JSON on every change.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01752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474720"/>
            <a:ext cx="548640" cy="548640"/>
          </a:xfrm>
          <a:prstGeom prst="ellipse">
            <a:avLst/>
          </a:prstGeom>
          <a:solidFill>
            <a:srgbClr val="E0F7F5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502152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182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40680" y="352958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the list of dicts to disk with json.dump() and load on startup.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Single-process CLI: Load → Mutate → Save. Each user action triggers a json.dump to persist changes.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028090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tasks.json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start with [])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1874520"/>
            <a:ext cx="265176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801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1430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028090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0048" y="1463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Menu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828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 done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 quit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1874520"/>
            <a:ext cx="265176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801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028090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1463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1828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in-memory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73952" y="1874520"/>
            <a:ext cx="265176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801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143000"/>
            <a:ext cx="1783080" cy="1463040"/>
          </a:xfrm>
          <a:prstGeom prst="roundRect">
            <a:avLst>
              <a:gd name="adj" fmla="val 7500"/>
            </a:avLst>
          </a:prstGeom>
          <a:solidFill>
            <a:srgbClr val="028090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1463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76288" y="18288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tasks.json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/ Save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3101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 / json.dump with try/except for safe file handling.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93008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93008" y="33101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add_task(desc), list_tasks(), mark_done(id), delete_task(id)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54496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91656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Loop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91656" y="33101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loop: add, view, done, delete, quit — simple and robust.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capps - Logo Animation by Louis Demeester for icapps on Dribbble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347"/>
            <a:ext cx="9144000" cy="525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6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4095"/>
            <a:ext cx="9144000" cy="524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2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957"/>
            <a:ext cx="9144000" cy="529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4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848"/>
            <a:ext cx="9144000" cy="52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6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7972"/>
            <a:ext cx="9144000" cy="524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9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109"/>
            <a:ext cx="9144000" cy="528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7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Handlers — Model Responsibilities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functions encapsulate data operations and file I/O. Keep them pure and testable — each mutating action calls save_tasks() after updating in-memory state.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add_task(name)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01368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{'id': next_id, 'name': name, 'done': False} to my_tasks, then call save_tasks(). Validate name is non-empty.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8988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4081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view_tasks()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801368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my_tasks and print each with index/ID and status. Keep formatting consistent for easy parsing in tests.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8988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4081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mark_done(id)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1801368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task by id, set task['done'] = True, then save_tasks(). Return a boolean indicating success.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73736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0" y="31546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172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delete_task(id)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47088" y="3566160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list excluding matched id via list comprehension, then save_tasks(). Preserve or reassign stable IDs.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06324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1546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172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81728" y="3566160"/>
            <a:ext cx="2633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break the main loop. Optionally save on exit to ensure final state is persisted.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Core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my_tasks = [] serves as the in-memory table — fast append and iteration.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with index + value — cleaner than range(len()) for displaying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 as Rows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735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= {'id', 'task', 'done'} models a DB row — lightweight and explicit.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31920"/>
            <a:ext cx="1645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Persistence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279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json.dump() and json.load() persist my_tasks — avoids volatile-memory loss.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914400"/>
            <a:ext cx="3108960" cy="393192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9875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Data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1353312"/>
            <a:ext cx="2926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4173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60720" y="16002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my_tasks = []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60720" y="17830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next_id =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60720" y="19659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60720" y="2148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Task structure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23317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= {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2514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next_id,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60720" y="26974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"task": name,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60720" y="28803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"done": False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30632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32461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60720" y="34290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60720" y="36118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json.dump(my_tasks, f,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3794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indent=2)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7355"/>
            <a:ext cx="9144000" cy="521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7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232"/>
            <a:ext cx="9144000" cy="52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8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602"/>
            <a:ext cx="9144000" cy="522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2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Reliability Tips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41832"/>
            <a:ext cx="475488" cy="475488"/>
          </a:xfrm>
          <a:prstGeom prst="ellipse">
            <a:avLst/>
          </a:prstGeom>
          <a:solidFill>
            <a:srgbClr val="0A3B5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926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41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Boundary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" y="1435608"/>
            <a:ext cx="2450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Model functions with clear inputs/outputs — controllers call them without side effects like direct prints or input() calls.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7772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941832"/>
            <a:ext cx="475488" cy="475488"/>
          </a:xfrm>
          <a:prstGeom prst="ellipse">
            <a:avLst/>
          </a:prstGeom>
          <a:solidFill>
            <a:srgbClr val="0A3B5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96926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941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Safety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10128" y="1435608"/>
            <a:ext cx="2450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atomic file writes (write to temp file then rename) or context-managed json.dump() to reduce corruption risk.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7772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941832"/>
            <a:ext cx="475488" cy="475488"/>
          </a:xfrm>
          <a:prstGeom prst="ellipse">
            <a:avLst/>
          </a:prstGeom>
          <a:solidFill>
            <a:srgbClr val="0A3B5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69264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941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44768" y="1435608"/>
            <a:ext cx="2450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filesystem access in tests, inject an in-memory list for unit tests, verify save_tasks() calls with a temporary file.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7889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" y="2953512"/>
            <a:ext cx="475488" cy="475488"/>
          </a:xfrm>
          <a:prstGeom prst="ellipse">
            <a:avLst/>
          </a:prstGeom>
          <a:solidFill>
            <a:srgbClr val="0A3B5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80944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29535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 Output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5488" y="3447288"/>
            <a:ext cx="2450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human index and persistent id: "1. [ ] [3] Buy groceries" — helps debugging, testing, and user interaction.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27889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10128" y="2953512"/>
            <a:ext cx="475488" cy="475488"/>
          </a:xfrm>
          <a:prstGeom prst="ellipse">
            <a:avLst/>
          </a:prstGeom>
          <a:solidFill>
            <a:srgbClr val="0A3B5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980944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29535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Pattern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310128" y="3447288"/>
            <a:ext cx="2450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my_tasks = [t for t in my_tasks if t['id'] != task_id] — readable, expressive, mirrors SQL DELETE WHERE.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7889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235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44768" y="2953512"/>
            <a:ext cx="475488" cy="475488"/>
          </a:xfrm>
          <a:prstGeom prst="ellipse">
            <a:avLst/>
          </a:prstGeom>
          <a:solidFill>
            <a:srgbClr val="0A3B52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980944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29535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Separation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144768" y="3447288"/>
            <a:ext cx="2450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(add_task, mark_done, save_tasks) is separated from View/Controller — easy unit testing and future GUI migration.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086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8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"/>
            <a:ext cx="3200400" cy="5097780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645920"/>
            <a:ext cx="3200400" cy="18288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2024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CLI application demonstrating Python fundamentals — lists, dicts, file I/O, and JSON persistence.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97180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0F3B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CLI Application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0F3B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JSON Persistence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0F3B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CRUD Operations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0F3B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MVC Architecture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 —  Python Developer (Intern)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803</Words>
  <Application>Microsoft Office PowerPoint</Application>
  <PresentationFormat>On-screen Show (16:9)</PresentationFormat>
  <Paragraphs>134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DecodeLabs — To-Do List Manager</dc:title>
  <dc:subject>PptxGenJS Presentation</dc:subject>
  <dc:creator>PptxGenJS</dc:creator>
  <cp:lastModifiedBy>Windows User</cp:lastModifiedBy>
  <cp:revision>4</cp:revision>
  <dcterms:created xsi:type="dcterms:W3CDTF">2026-06-25T08:47:04Z</dcterms:created>
  <dcterms:modified xsi:type="dcterms:W3CDTF">2026-06-25T08:56:37Z</dcterms:modified>
</cp:coreProperties>
</file>